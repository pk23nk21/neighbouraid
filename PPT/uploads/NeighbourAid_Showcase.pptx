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6248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09728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463040"/>
            <a:ext cx="1463040" cy="1463040"/>
          </a:xfrm>
          <a:prstGeom prst="ellipse">
            <a:avLst/>
          </a:prstGeom>
          <a:solidFill>
            <a:srgbClr val="00968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PROJECT SHOWCASE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NeighbourAid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Calibri"/>
              </a:rPr>
              <a:t>Hyperlocal Crisis &amp; Help Network for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840480"/>
            <a:ext cx="8686800" cy="12801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977639"/>
            <a:ext cx="82296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Real-time, AI-triaged, multi-source-verified community crisis response —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powered by a free, open-source, zero-API-key stack.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4924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Tests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534924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5394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8064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34924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5394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5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8064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Volunteer radius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534924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5394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0₹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8064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Paid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01  ·  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When seconds matter, India still relies on panicked WhatsApp forwards.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669280" cy="9601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0">
                <a:solidFill>
                  <a:srgbClr val="E53E3E"/>
                </a:solidFill>
                <a:latin typeface="Calibri"/>
              </a:rPr>
              <a:t>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Fragmented helplines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Reporters cycle through 100 / 108 / 101 with no single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669280" cy="9601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0">
                <a:solidFill>
                  <a:srgbClr val="E53E3E"/>
                </a:solidFill>
                <a:latin typeface="Calibri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Unstructured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Crisis info scatters across society WhatsApp groups, lost in noise.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5669280" cy="9601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0">
                <a:solidFill>
                  <a:srgbClr val="E53E3E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11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No geolocation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2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There is no way to reach the *nearest willing helper*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5669280" cy="9601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800" b="0">
                <a:solidFill>
                  <a:srgbClr val="E53E3E"/>
                </a:solidFill>
                <a:latin typeface="Calibri"/>
              </a:rP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Zero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834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Fake reports waste responder cycles; no trust score, no cross-check.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417320"/>
            <a:ext cx="5120640" cy="50292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5544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📊  THE GAP, IN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011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Indian crisis-response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514600"/>
            <a:ext cx="109728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25146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926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Avg ambulance response in metro India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429000"/>
            <a:ext cx="109728" cy="7772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34290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840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Crisis info first travels via WhatsApp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343400"/>
            <a:ext cx="109728" cy="77724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343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754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Mainstream apps that geo-match volunteers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5257800"/>
            <a:ext cx="109728" cy="7772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52578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100M+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5669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Indians without structured neighbour-help tooling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02  ·  WHAT IS NEIGHBOURAID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Five ideas that no existing tool combines.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8686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Reporters post (text, GPS, photos, voice). AI triages urgency on-device. Skill-matched volunteers within 5 km are paged over WebSockets — every alert cross-checked against witnesses, weather, and photo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2212848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2212848" cy="39319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2212848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21284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0">
                <a:solidFill>
                  <a:srgbClr val="009688"/>
                </a:solidFill>
                <a:latin typeface="Calibri"/>
              </a:rPr>
              <a:t>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202996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Hyperlocal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1938528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WebSocket fan-out to volunteers within 5 km. Extends to 15 km on skill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2423160"/>
            <a:ext cx="2212848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15768" y="2423160"/>
            <a:ext cx="2212848" cy="39319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15768" y="2423160"/>
            <a:ext cx="2212848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2697480"/>
            <a:ext cx="221284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0">
                <a:solidFill>
                  <a:srgbClr val="FF6B35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429000"/>
            <a:ext cx="202996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On-device AI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931920"/>
            <a:ext cx="1938528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facebook/bart-large-mnli zero-shot → CRITICAL / HIGH / MED / LOW. No paid APIs.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4336" y="2423160"/>
            <a:ext cx="2212848" cy="1645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74336" y="2423160"/>
            <a:ext cx="2212848" cy="39319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2423160"/>
            <a:ext cx="2212848" cy="1645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2697480"/>
            <a:ext cx="221284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0">
                <a:solidFill>
                  <a:srgbClr val="2EA043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3429000"/>
            <a:ext cx="202996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Multi-source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3931920"/>
            <a:ext cx="1938528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Composite verified_score (0–100): witnesses + corroboration + weather + photos.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2904" y="2423160"/>
            <a:ext cx="2212848" cy="16459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32904" y="2423160"/>
            <a:ext cx="2212848" cy="39319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32904" y="2423160"/>
            <a:ext cx="2212848" cy="16459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697480"/>
            <a:ext cx="221284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0">
                <a:solidFill>
                  <a:srgbClr val="E53E3E"/>
                </a:solidFill>
                <a:latin typeface="Calibri"/>
              </a:rPr>
              <a:t>🇮🇳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3429000"/>
            <a:ext cx="202996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Built for 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3931920"/>
            <a:ext cx="1938528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Trilingual (EN / हिन्दी / ਪੰਜਾਬੀ) + 112/108/101 dialer + WhatsApp inbound.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91472" y="2423160"/>
            <a:ext cx="2212848" cy="1645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91472" y="2423160"/>
            <a:ext cx="2212848" cy="39319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91472" y="2423160"/>
            <a:ext cx="2212848" cy="16459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2697480"/>
            <a:ext cx="221284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0">
                <a:solidFill>
                  <a:srgbClr val="0B1F3A"/>
                </a:solidFill>
                <a:latin typeface="Calibri"/>
              </a:rPr>
              <a:t>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429000"/>
            <a:ext cx="202996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Free &amp; Offline-tolerant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8632" y="3931920"/>
            <a:ext cx="1938528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IndexedDB queue, zero paid deps, runs on Oracle Always Free or HF Spaces.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03  ·  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Reporting · Volunteer · Map · Trust ·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852160" cy="2606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64592" cy="2606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9688"/>
                </a:solidFill>
                <a:latin typeface="Calibri"/>
              </a:rPr>
              <a:t>📝 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7452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One-tap SOS · ~3 s panic-to-feed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58568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Up to 3 photos, auto-compressed &lt;300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42616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4261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Voice dictation in en-IN / hi-IN / pa-IN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26664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26664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Anonymous tips, rate-limited 10/h per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10712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10712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Offline alert queue via IndexedDB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371600"/>
            <a:ext cx="5852160" cy="2606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1371600"/>
            <a:ext cx="164592" cy="2606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🛟  VOLUNTEER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874520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87452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Live WebSocket feed + audio 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258568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258568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Skill-aware routing (medical / CPR / driver…)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2642616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64261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Vehicle flag + ETA broadcast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3026664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026664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Trust score: resolved ÷ accepted (Bayesian)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410712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3410712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Hands-free voice TTS for CRITICAL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852160" cy="2606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164592" cy="26060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160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A043"/>
                </a:solidFill>
                <a:latin typeface="Calibri"/>
              </a:rPr>
              <a:t>🗺  MAP &amp; 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72000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5720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Leaflet + OSM, 15 s auto-refresh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956048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956048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Heatmap overlay (72 h, urgency-weighted)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0096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34009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Community flag · ≥3 soft-hides alert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724144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Auto-escalation: MED→HIGH 10 min, HIGH→CRIT 4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108192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108192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Witness button (within 2 km radius)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27648" y="4069080"/>
            <a:ext cx="5852160" cy="2606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27648" y="4069080"/>
            <a:ext cx="164592" cy="260604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7688" y="41605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  <a:latin typeface="Calibri"/>
              </a:rPr>
              <a:t>🌐  COMMS &amp; REACH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4572000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Calibri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4572000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Trilingual UI + auto-translation cache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956048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4956048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Native push via Service Worker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3408" y="5340096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Calibri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7728" y="534009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Share link / WhatsApp / QR fallback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724144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Calibr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724144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Inbound WhatsApp webhook (Twilio / n8n)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3408" y="6108192"/>
            <a:ext cx="274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Calibri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6108192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Calibri"/>
              </a:rPr>
              <a:t>Buddy ping → sms: / mailto: chips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04  · 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Modern, async, async, container-friendly — and 100% free-tier.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7772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3383280"/>
              </a:tblGrid>
              <a:tr h="493776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we picked 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React 18 + Vite + TailwindCSS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Fast HMR, ~156 KB gzipped bundle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Leaflet + react-leaflet + OSM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Free, no API key, India-ready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FastAPI + Uvicorn / Gunicorn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Async, WebSockets, auto OpenAPI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MongoDB 6 + 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2dsphere geospatial $nearSphere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AI Triage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HF Transformers · bart-large-mnli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Zero-shot, runs locally, $0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python-jose JWT + 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Stateless, 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External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OSM Nominatim · Open-Meteo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Free reverse-geo + weather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PWA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Vite manifest + Service 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Installable, SW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tIns="36576" bIns="36576"/>
                    <a:lstStyle/>
                    <a:p>
                      <a:r>
                        <a:rPr sz="1100" b="1">
                          <a:solidFill>
                            <a:srgbClr val="0B1F3A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GitHub Actions + Docker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 b="0">
                          <a:solidFill>
                            <a:srgbClr val="4A5568"/>
                          </a:solidFill>
                          <a:latin typeface="Calibri"/>
                        </a:rPr>
                        <a:t>Multi-version pytest + ruff + audit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03920" y="1417320"/>
            <a:ext cx="3291840" cy="4937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544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🏆  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01168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5740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Python 3.11+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4086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Async-first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724912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724912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706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054096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Auto-docs at /docs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438144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438144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838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React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67328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Concurrent rendering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151376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151376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19709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MongoDB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4805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Geo + TTL indexes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864608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4864608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9103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19379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One-command 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557784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557784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6235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907024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Installable offline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05  ·  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Single FastAPI brain — many free data sources, real-time fan-out.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657600" cy="12801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👤  CLIENT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React 18 · Vite · Tailwind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2E8F0"/>
                </a:solidFill>
                <a:latin typeface="Calibri"/>
              </a:rPr>
              <a:t>Leaflet · IndexedDB · Service Worker · PWA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63040"/>
            <a:ext cx="4206240" cy="36576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55448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🧠  APPLICATION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74519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46888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🤖  AI Triage  ·  HF + heuristic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88036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📷  Photo Eval  ·  Pillow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29184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✅  Verification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70332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7033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📡  Skill-aware WS Broadcast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1148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🔌  Outbound Webhook  ·  n8n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52628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526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🔐  JWT Auth  ·  bcrypt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463040"/>
            <a:ext cx="2560320" cy="1691640"/>
          </a:xfrm>
          <a:prstGeom prst="roundRect">
            <a:avLst>
              <a:gd name="adj" fmla="val 15000"/>
            </a:avLst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554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💾 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87451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MongoDB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24028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2dsphere · TTL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Motor async driver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3383280"/>
            <a:ext cx="2560320" cy="173736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3474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🌍  EXTERNAL (FREE)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79476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· OSM Nominatim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06908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· Open-Meteo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4340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· gtx Translate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61772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· The Hindu / NDTV / TOI / HT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297680" y="2103120"/>
            <a:ext cx="457200" cy="0"/>
          </a:xfrm>
          <a:prstGeom prst="bentConnector3">
            <a:avLst/>
          </a:prstGeom>
          <a:ln w="31750">
            <a:solidFill>
              <a:srgbClr val="0096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297680" y="2468880"/>
            <a:ext cx="457200" cy="0"/>
          </a:xfrm>
          <a:prstGeom prst="bentConnector3">
            <a:avLst/>
          </a:prstGeom>
          <a:ln w="31750">
            <a:solidFill>
              <a:srgbClr val="FF6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61120" y="2286000"/>
            <a:ext cx="365760" cy="0"/>
          </a:xfrm>
          <a:prstGeom prst="bentConnector3">
            <a:avLst/>
          </a:prstGeom>
          <a:ln w="31750">
            <a:solidFill>
              <a:srgbClr val="2EA0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61120" y="4114800"/>
            <a:ext cx="365760" cy="0"/>
          </a:xfrm>
          <a:prstGeom prst="bentConnector3">
            <a:avLst/>
          </a:prstGeom>
          <a:ln w="31750">
            <a:solidFill>
              <a:srgbClr val="FF6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06240" y="182880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09688"/>
                </a:solidFill>
                <a:latin typeface="Calibri"/>
              </a:rPr>
              <a:t>HTTPS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51460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6B35"/>
                </a:solidFill>
                <a:latin typeface="Calibri"/>
              </a:rPr>
              <a:t>WebSocket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4924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🔁  TYPICAL ALERT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📱 Reporter posts  ➜  🤖 AI triages urgency  ➜  ✅ Verification scoring  ➜  📡 WS broadcast to nearby volunteers  ➜  🛟 Volunteer accepts + ETA  ➜  ✔ Resolve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06  ·  THE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Triage  +  Multi-Source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Every alert gets an urgency label and a 0–100 trust score before broadcast.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669280" cy="493776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669280" cy="4572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🤖  AI URGENCY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facebook/bart-large-mnli  ·  zero-shot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Runs inside the backend container — $0/request.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  <a:latin typeface="Calibri"/>
              </a:rPr>
              <a:t>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852928"/>
            <a:ext cx="36576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2852928"/>
            <a:ext cx="3474720" cy="201168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7889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Calibri"/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355848"/>
            <a:ext cx="36576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355848"/>
            <a:ext cx="274320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29184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Calibri"/>
              </a:rP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3858768"/>
            <a:ext cx="36576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3858768"/>
            <a:ext cx="1828800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79476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Calibri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A043"/>
                </a:solidFill>
                <a:latin typeface="Calibri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361688"/>
            <a:ext cx="36576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4361688"/>
            <a:ext cx="914400" cy="201168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429768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Calibri"/>
              </a:rPr>
              <a:t>25%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29200"/>
            <a:ext cx="5303520" cy="11887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206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✨  EXTRAS 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13248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🛡 Vulnerability flag · ⏱ Time-sensitivity · 🌐 Language detect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🚨 Graceful keyword fallback if HF can't load.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417320"/>
            <a:ext cx="5349240" cy="493776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417320"/>
            <a:ext cx="5349240" cy="4572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✅  VERIFIED SCORE  (0–100)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Composite confidence — capped per source, clamped at 100.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468880"/>
            <a:ext cx="502920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37960" y="2468880"/>
            <a:ext cx="3922776" cy="41148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51460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78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👥  Community witnesses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20040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Calibri"/>
              </a:rPr>
              <a:t>cap 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320040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A043"/>
                </a:solidFill>
                <a:latin typeface="Calibri"/>
              </a:rPr>
              <a:t>+25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493008"/>
            <a:ext cx="50292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7033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📨  Corroborating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7033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Calibri"/>
              </a:rPr>
              <a:t>cap 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37033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A043"/>
                </a:solidFill>
                <a:latin typeface="Calibri"/>
              </a:rPr>
              <a:t>+20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3995928"/>
            <a:ext cx="50292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206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🌦  Live weather 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420624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Calibri"/>
              </a:rPr>
              <a:t>cap 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420624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A043"/>
                </a:solidFill>
                <a:latin typeface="Calibri"/>
              </a:rPr>
              <a:t>+18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4498848"/>
            <a:ext cx="50292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7091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📷  Photo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60" y="470916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Calibri"/>
              </a:rPr>
              <a:t>cap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470916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A043"/>
                </a:solidFill>
                <a:latin typeface="Calibri"/>
              </a:rPr>
              <a:t>+15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5001768"/>
            <a:ext cx="50292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37960" y="534924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54406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🚩  TRUST SAFEGUARDS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5733288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≥3 community flags soft-hide · 24 h auto-resolve · auto-escalation MED→HIGH 10 min, HIGH→CRIT 4 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07  ·  COMMUNICATION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Reach Every Indian Neighbour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Trilingual UI · WhatsApp inbound · QR &amp; Web Share · Emergency dialer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669280" cy="237744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64592" cy="2377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🌐  TRILINGUAL UI + AUTO-TRANSLATE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1783080" cy="1691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" y="210312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35808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Help is on the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19" y="1965960"/>
            <a:ext cx="1783080" cy="1691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0399" y="21031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399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हि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19" y="26974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हिन्दी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19" y="3035808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मदद रास्ते में है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38" y="1965960"/>
            <a:ext cx="1783080" cy="1691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74918" y="2103120"/>
            <a:ext cx="502920" cy="50292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18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ਪੰ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8" y="26974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ਪੰਜਾਬੀ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8" y="3035808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Calibri"/>
              </a:rPr>
              <a:t>ਮਦਦ ਆ ਰਹੀ ਹੈ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5349240" cy="23774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508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📞  ONE-TAP INDIA EMERGENCY DIALER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0116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05740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2316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All-in-one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01168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05740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2316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Police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88036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92608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29184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Ambulance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288036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92608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9184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Fire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37490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7947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16052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Women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749040"/>
            <a:ext cx="1691640" cy="777240"/>
          </a:xfrm>
          <a:prstGeom prst="roundRect">
            <a:avLst>
              <a:gd name="adj" fmla="val 1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7947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160520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Child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🔗  Share &amp; Integration Channels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57200" y="43434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846320"/>
              </a:tblGrid>
              <a:tr h="350520">
                <a:tc>
                  <a:txBody>
                    <a:bodyPr t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shines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350520">
                <a:tc>
                  <a:txBody>
                    <a:bodyPr tIns="27432"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🔗 Web Share API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Native OS share sheet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Mobile-first one-tap forward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50520">
                <a:tc>
                  <a:txBody>
                    <a:bodyPr tIns="27432"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💬 WhatsApp deep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wa.me/?text=…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Reach friends without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tIns="27432"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📱 QR fallback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Modal w/ printable QR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Posters, pamphlets, screens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50520">
                <a:tc>
                  <a:txBody>
                    <a:bodyPr tIns="27432"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📥 WhatsApp inbound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/api/inbound/whatsapp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Reporters w/o the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tIns="27432"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Calibri"/>
                        </a:rPr>
                        <a:t>🔌 Outbound webhook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ALERT_WEBHOOK_URL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tIns="27432"/>
                    <a:lstStyle/>
                    <a:p>
                      <a:r>
                        <a:rPr sz="1050" b="0">
                          <a:solidFill>
                            <a:srgbClr val="4A5568"/>
                          </a:solidFill>
                          <a:latin typeface="Calibri"/>
                        </a:rPr>
                        <a:t>n8n / Zapier / Slack / Sheets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08  · 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Quality · Testing ·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143 tests · CI on Python 3.11 + 3.12 · runs on free-tier infra.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Total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173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81328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93392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Backend (pytest)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81328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93392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Frontend (Vitest)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173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481328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93392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Python versions in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4173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481328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993392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Monthly infra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97480"/>
            <a:ext cx="5852160" cy="3657600"/>
          </a:xfrm>
          <a:prstGeom prst="roundRect">
            <a:avLst>
              <a:gd name="adj" fmla="val 15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97480"/>
            <a:ext cx="585216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✅  WHAT THE TESTS 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200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Auth · register / login / role guards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84448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584448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Alert CRUD · cancel / accept / eta / resolve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68496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968496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Invalid-ID handling on every route (400, never 500)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52544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52544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Verification scoring · per-source caps + clamp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36592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3659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Photo evidence pipeline (real Pillow images)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20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News authenticity scoring + topic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200400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200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Skill-aware WebSocket broadcast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584448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3584448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Trust-score Bayesian smoothing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968496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3968496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Anonymous-report rate limiter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352544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352544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Resource map · auth, persist, public 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736592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73659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Inbound WhatsApp · token gating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120640"/>
            <a:ext cx="228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A043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120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Frontend utils + components + hooks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2697480"/>
            <a:ext cx="5212080" cy="36576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2697480"/>
            <a:ext cx="5212080" cy="4114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27432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🚀  DEPLOY ANYWHERE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75120" y="3246120"/>
            <a:ext cx="484632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324612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Cloudflare Pages + HF Spaces + Atlas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3575304"/>
            <a:ext cx="4114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No credit card, India-edge PoPs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75120" y="3959352"/>
            <a:ext cx="484632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66560" y="3959352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005072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docker compose up --build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4288536"/>
            <a:ext cx="4114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One command full-stack on any VM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4672584"/>
            <a:ext cx="484632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0" y="4672584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718304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curl … deploy.sh | bash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5001768"/>
            <a:ext cx="4114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Idempotent Ubuntu/Debian installer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75120" y="5385816"/>
            <a:ext cx="4846320" cy="6400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66560" y="5385816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5431536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GitHub Actions CI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5715000"/>
            <a:ext cx="4114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pytest + ruff + Vitest + Docker + audit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473952"/>
            <a:ext cx="5486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NeighbourAid · Hyperlocal Crisis &amp; Help Network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473952"/>
            <a:ext cx="12801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56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09  · 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NDRF / IMD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Auto-generate alerts from official disaster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True Web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VAPID + push subscriptions for closed tabs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18304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More Languages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Tamil · Bengali · Telugu · Marathi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5976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React Native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Android-first, low-connectivity optimised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3648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Fine-tuned HF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Trained on Indian crisis text corpus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1920240"/>
            <a:ext cx="1874519" cy="20116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1993392"/>
            <a:ext cx="18745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'27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20" y="2423160"/>
            <a:ext cx="1143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251460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Kubernetes + 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292608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Multi-region scale + Playwright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1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Built with ❤  for safer Indian neighbourhoods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15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📦  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89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pk23nk21/NeighbourAid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715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📚  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989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10-part /docs companion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715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🌐 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989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Cloudflare Pages + HF Spaces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5715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Calibri"/>
              </a:rPr>
              <a:t>✉  Reach 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989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Open an issue / 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